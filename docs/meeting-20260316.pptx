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5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日本拳法孝徳会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大会運営システム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打ち合わせ資料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2026年3月16日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FREESTYLE CREATION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本日の議題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0F2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024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個人戦ルール（確認済み）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335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リーグ予選 → 本戦の流れ、試合時間、引き分けルール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17739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カテゴリ・組分け（一部要確認）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084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16カテゴリの確定構成と、組分け時の道場配慮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8229600" cy="640080"/>
          </a:xfrm>
          <a:prstGeom prst="rect">
            <a:avLst/>
          </a:prstGeom>
          <a:solidFill>
            <a:srgbClr val="F0F2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25968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5237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トーナメントのシード権（要確認）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固定シードかランダムか、同道場への配慮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273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成年団体戦ルール（確認済み）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3人1チーム+補欠2名、トーナメント形式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F0F2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00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023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システム汎用化・収益化（相談）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43342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他団体・他競技への展開について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現在のシステム状況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1 完了 - プロトタイプ完成済み（DBなし・ローカル動作）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管理画面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カテゴリ設定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コート割当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一括開始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6459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606040" y="164592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記録係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286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試合入力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本数/警告/引分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結果修正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モニター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4コート同時表示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2x2グリッド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進行率表示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16459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903720" y="164592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0408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観覧ビュー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2286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順位表閲覧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トーナメント表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最終結果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技術: Next.js 15 + React 19 + TypeScript + Zustand + Tailwind CSS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個人戦ルール（試合規定より確認済み）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確認済み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F0F2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予選リーグ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幼年~中学生: 1分00秒 3本勝負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時間切れ1本先取 → 先取者の勝ち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勝敗つかず → 引き分け（規約修正）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警告2回 → 相手に1本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同率順位: 勝数→負数→勝本数→負本数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2103120"/>
          </a:xfrm>
          <a:prstGeom prst="rect">
            <a:avLst/>
          </a:prstGeom>
          <a:solidFill>
            <a:srgbClr val="F0F2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本戦（リーグ戦・トーナメント戦）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1分30秒 3本勝負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引き分け → 1分00秒 延長戦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それでも決着つかず → 判定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本戦のみ延長は無制限1本勝負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試合進行フロー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2組の場合: 各組1位同士で決勝、2位同士で3位決定戦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3組の場合: 各組1位が決勝リーグ（本戦）→ 優勝・準優勝・3位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4組の場合: 各組1位がトーナメント（決勝戦＋3位決定戦）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各学年エントリー5名より試合成立。不成立は事前連絡＋返金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カテゴリ構成（対戦表より確認済み）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確認済み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4114800" cy="3505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カテゴリ</a:t>
                      </a:r>
                      <a:endParaRPr lang="en-US" sz="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</a:t>
                      </a:r>
                      <a:endParaRPr lang="en-US" sz="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コート</a:t>
                      </a:r>
                      <a:endParaRPr lang="en-US" sz="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幼年 男女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面なし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小学1年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面なし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小学2年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面なし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小学3年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面なし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小学1・2年 女子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面なし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小学3年 女子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面なし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小学4年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小学4年 女子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小学5年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小学5・6年 女子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小学6年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中学1・2年 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中学1・2年 女子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少年面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中学3年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大人面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-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高校生男子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-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-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一般女子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-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-</a:t>
                      </a:r>
                      <a:endParaRPr lang="en-US" sz="7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868680"/>
            <a:ext cx="4023360" cy="1463040"/>
          </a:xfrm>
          <a:prstGeom prst="rect">
            <a:avLst/>
          </a:prstGeom>
          <a:solidFill>
            <a:srgbClr val="E8F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9377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確認済みのルール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参加人数により男女混合・学年統合あり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事前にメール・電話でお知らせ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5名未満で試合不成立 → 当日返金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560320"/>
            <a:ext cx="4023360" cy="1645920"/>
          </a:xfrm>
          <a:prstGeom prst="rect">
            <a:avLst/>
          </a:prstGeom>
          <a:solidFill>
            <a:srgbClr val="EAF0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7772400" y="2606040"/>
            <a:ext cx="914400" cy="2743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777240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確認したいこと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30175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コートは事前に決まっている？試合の進行により変動する？</a:t>
            </a:r>
            <a:endParaRPr lang="en-US" altLang="ja-JP" sz="1100" dirty="0">
              <a:solidFill>
                <a:srgbClr val="1E293B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統合の判断基準</a:t>
            </a: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（○人以下で合同など）？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組分け時に道場が偏らないようにする配慮はありますか</a:t>
            </a: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リーグ戦の組分けルール（対戦表より確認済み）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確認済み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1組は3~4人。人数に応じて組数が変動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6692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2組パターン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幼年(7人) → 3人+4人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651760"/>
            <a:ext cx="2377440" cy="18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66928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1位同士→決勝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2位同士→3位決定戦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55448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291840" y="1554480"/>
            <a:ext cx="260604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40156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3組パターン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1568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小1男子(11人)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3人+4人+4人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2651760"/>
            <a:ext cx="2377440" cy="18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401568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各組1位→決勝リーグ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（総当たりで順位決定）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55448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23620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4組パターン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6208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小4男子(13人)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3+3+3+4人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6208" y="2651760"/>
            <a:ext cx="2377440" cy="18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236208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各組1位→トーナメント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（決勝＋3位決定戦）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EAF0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914400" cy="2743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偶数組=トーナメント、奇数組=リーグのルールは今後も同じですか？組分け時の道場配慮は？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トーナメントのシード権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パターンA: 固定シード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前回優勝者・上位入賞者を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シード枠に配置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パターンB: ランダム抽選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全選手をランダムに配置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（シードなし）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EAF0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確認したいこと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シード権は特定の選手に固定されますか？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それともランダム（抽選）ですか？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シード権がある場合、その決定基準は？（前回成績、推薦 等）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同じ道場の選手が初戦で当たらないようにする配慮は？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成年団体戦ルール（試合規定より確認済み）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確認済み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0F2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確定ルール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3人1チームのトーナメント戦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選手登録: 3名＋補欠2名＝計5名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1団体2チームまで登録可能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社会人・大学生・高校生 混合可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試合: 2分間3本勝負 × 3人対試合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代表戦も2分間3本勝負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3名未満 → 先鋒より不戦敗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勝ち数同数 → 引分 → 代表者戦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代表戦も引分 → 無制限1本勝負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登録ルール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1チーム目は必ず3人揃えてから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2チーム目のエントリー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チーム名には団体名を含める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欠員補充: 当日開会式までに書面申入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4023360" cy="1645920"/>
          </a:xfrm>
          <a:prstGeom prst="rect">
            <a:avLst/>
          </a:prstGeom>
          <a:solidFill>
            <a:srgbClr val="EAF0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772400" y="2788920"/>
            <a:ext cx="914400" cy="2743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7724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確認したいこと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オーダー（</a:t>
            </a:r>
            <a:r>
              <a:rPr lang="en-US" sz="1100" dirty="0" err="1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出場順）は試合ごとに変更可能ですか</a:t>
            </a: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補欠の交代は試合間でも可能？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本数は勝敗に不採用でよいですか</a:t>
            </a:r>
            <a:r>
              <a:rPr lang="en-US" sz="110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？</a:t>
            </a:r>
            <a:br>
              <a:rPr lang="en-US" sz="110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</a:br>
            <a:r>
              <a:rPr lang="ja-JP" altLang="en-US" sz="110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（引き分けの場合など）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大会次第・コート割当（確認済み）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5895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確認済み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10972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10:00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開会式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選手入場、会長あいさつ、選手宣誓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10972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10:30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午前の部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少年 個人戦（4コート同時進行）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10972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13:00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午後の部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成年 団体戦 + 少年個人戦決勝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0972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15:00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表彰式・閉会式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表彰式、国旗降納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91440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9144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914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小1-2年女子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小3年女子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中1-2年男子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中1-2年女子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955280" y="914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団体 A-1~A-4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3位決定戦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決勝戦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17920" y="187452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217920" y="1874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0" y="18745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小3年男子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小5年男子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小6年男子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5528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団体 B-1~B-3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17920" y="283464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217920" y="28346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幼年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小1年男子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小2年男子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95528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団体 C-1~C-2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17920" y="379476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217920" y="37947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66560" y="3794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小4年男子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小4年女子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小5-6年女子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955280" y="3794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団体 D-1~D-2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66560" y="685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2B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午前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5280" y="685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2B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午後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システムの汎用化・収益化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2B0"/>
                </a:solidFill>
              </a:rPr>
              <a:t>FREESTYLE CREATION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46888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9436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孝徳会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現在の大会で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継続利用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9144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108960" y="914400"/>
            <a:ext cx="246888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4612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他の日本拳法団体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ルール・カテゴリを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カスタマイズして提供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9144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760720" y="914400"/>
            <a:ext cx="246888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89788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他競技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柔道・空手等の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大会運営にも展開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8229600" cy="2011680"/>
          </a:xfrm>
          <a:prstGeom prst="rect">
            <a:avLst/>
          </a:prstGeom>
          <a:solidFill>
            <a:srgbClr val="EAF0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相談したいこと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収益化モデル作成方法</a:t>
            </a:r>
            <a:endParaRPr lang="en-US" altLang="ja-JP" sz="1200" dirty="0">
              <a:solidFill>
                <a:srgbClr val="1E293B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他の日本拳法大会で異なるルール</a:t>
            </a:r>
            <a:r>
              <a:rPr lang="ja-JP" altLang="en-US" sz="120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にカスタマイズが必要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まとめ・次のステップ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54864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D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本日の回答を仕様に反映（シード権・道場配慮・オーダー変更）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54864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D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団体戦ルールをシステムに実装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2834640"/>
            <a:ext cx="54864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D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2834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Supabase連携の開発着手（DB移行+リアルタイム同期）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54864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D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3657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次回打ち合わせでデモ確認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ご質問・ご意見をお聞かせください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793</Words>
  <Application>Microsoft Office PowerPoint</Application>
  <PresentationFormat>画面に合わせる (16:9)</PresentationFormat>
  <Paragraphs>267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Yu Gothic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日本拳法孝徳会 大会運営システム 打ち合わせ</dc:title>
  <dc:subject>PptxGenJS Presentation</dc:subject>
  <dc:creator>FREESTYLE CREATION</dc:creator>
  <cp:lastModifiedBy>達夫 博多</cp:lastModifiedBy>
  <cp:revision>3</cp:revision>
  <dcterms:created xsi:type="dcterms:W3CDTF">2026-03-15T22:15:38Z</dcterms:created>
  <dcterms:modified xsi:type="dcterms:W3CDTF">2026-03-15T23:42:48Z</dcterms:modified>
</cp:coreProperties>
</file>